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2287D-4EBD-772E-1C52-707692AC9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A7D155-0EE3-627F-A0AE-CF3CA01EA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C98A6-0719-5A17-3BB6-826DA2DD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E165F-EE24-58CE-F1F8-2AC918C2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8ECDE-622C-1AD3-8062-569809B7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001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3DB5B-A28C-BA06-FB0B-21D124FB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7D27E-C0EA-136F-8528-9C2F7F874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5A724-19AA-533B-DAB2-FAA9EC66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37ECEF-2342-1CE5-A9FF-C14EEAAD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E51A30-3425-6E21-F7EE-064CC39A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081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2677C-780E-43A5-FEB9-76A9B62E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981043-9133-EAB9-1B3D-D3E4896F5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E8052-37EF-5A04-F036-8FF9CCFF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8D0E9F-5476-ADE5-EBF8-A79C6103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4964A-3211-6819-EEF8-53458331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14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6A71C-0E4A-2D58-A842-B7025B20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DCCA24-7989-776E-2D23-20D9A1266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0F028E-2DD4-229C-14CA-E5A870367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498C20-1758-9BD6-C96E-2669375B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290B91-D0C1-8365-D433-62B331EC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5F6F23-F84C-DDA0-A24D-289D6F07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47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37AF8-65F7-F9F7-8E9C-31793F88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14E250-A514-8382-07CE-835C370F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57242C-D17C-EF2F-3EBF-FA25C7AB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BA919D-8425-B3F9-5725-CFE6F354F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14F29A-0BA4-F296-4E3B-C6E7C3ACF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0D2029-98B4-C318-0844-670B4FDF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9C0215-AA3E-0E31-BE0A-3D5814D8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30080-F381-8149-DD23-788EAAC3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395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F5C6B-3B3C-7D5A-EC39-CB80827E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F34144-6E14-93A3-129B-3086EC31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EF025F-A2BB-40CE-141D-25CC1772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7783F1-A7D3-44D1-73ED-7E90D7B0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52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3300A9-A2CC-9164-7BF0-AD610DFC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BC417F-837F-E441-248C-FDD57CB9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6BC810-5468-9F1D-E04D-1E2F6A24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923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29279-0462-205A-F892-EFC9E428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E279EC-DC3D-9293-4FCC-AB6BA3F1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875011-B0E5-A429-4494-6A7C06519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E5155D-B8E6-37FE-8177-94033B55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0DC541-3EC2-F929-3E18-333BA3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878CBB-486F-5741-BDEF-C764D03B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8350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BACBF-BF1A-38DE-07BB-1AF86146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6A54AD-5CB6-3F9A-AF54-88D6CF5FC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2D05FF-17A4-F864-88EA-617E86DA3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6E1282-4673-91FB-C963-EB4A4398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6EDD01-1092-11D2-E3E7-6DFC72E0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4F0BBC-444B-42A3-D588-292E234A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517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D4D26-C11F-C91C-A982-A89E9327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1CBF25-BD97-AD69-5B3F-C9B3E5847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CE24AC-3AC6-C93E-78CF-8A513289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BC533B-E18B-8C8C-912D-A78E26E0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3830E-D3E0-A052-32C9-24231024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134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D42C0D-E644-5C21-94C5-2BAD023C6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30EFB6-1419-5170-8198-CB81B805D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609000-CAE5-D3FB-F4D8-7C4280A6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8EA0A-3B3C-2684-6E5E-8BA806A6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DC976-21BD-5112-D597-F0D7EAF4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703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F59A48-75B5-F046-EAC9-79A6C8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08BB72-73CC-4F59-6CAF-C1B54054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F690E3-F542-06DB-C83C-3301CE859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0C701-2C7E-1E4E-8392-1A6A8C2873B3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2AB55-82FF-0BBB-FC65-AEBF6F1CD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744A7-35A4-49EA-9344-2C33028CE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E15CE-B43F-B44C-B529-87A47C5A69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738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5B285B26-F6D1-1C8F-EE41-A0A9887E7374}"/>
              </a:ext>
            </a:extLst>
          </p:cNvPr>
          <p:cNvCxnSpPr>
            <a:cxnSpLocks/>
          </p:cNvCxnSpPr>
          <p:nvPr/>
        </p:nvCxnSpPr>
        <p:spPr>
          <a:xfrm flipV="1">
            <a:off x="2332583" y="3026982"/>
            <a:ext cx="1621350" cy="109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B4532C6-A543-2853-C6CE-445645C9D33C}"/>
              </a:ext>
            </a:extLst>
          </p:cNvPr>
          <p:cNvSpPr/>
          <p:nvPr/>
        </p:nvSpPr>
        <p:spPr>
          <a:xfrm>
            <a:off x="2336800" y="1417638"/>
            <a:ext cx="4741332" cy="3467630"/>
          </a:xfrm>
          <a:prstGeom prst="ellipse">
            <a:avLst/>
          </a:prstGeom>
          <a:noFill/>
          <a:ln w="38100" cmpd="sng">
            <a:solidFill>
              <a:schemeClr val="accent1">
                <a:lumMod val="7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55A2A0E0-C777-C195-8C3E-DA49C6E3C180}"/>
              </a:ext>
            </a:extLst>
          </p:cNvPr>
          <p:cNvSpPr/>
          <p:nvPr/>
        </p:nvSpPr>
        <p:spPr>
          <a:xfrm>
            <a:off x="5588001" y="1417639"/>
            <a:ext cx="3716867" cy="2959629"/>
          </a:xfrm>
          <a:prstGeom prst="ellipse">
            <a:avLst/>
          </a:prstGeom>
          <a:noFill/>
          <a:ln w="38100" cmpd="sng">
            <a:solidFill>
              <a:schemeClr val="accent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CA6C5F1-8A9D-C9B5-7AB6-8133AADB0E99}"/>
              </a:ext>
            </a:extLst>
          </p:cNvPr>
          <p:cNvCxnSpPr>
            <a:cxnSpLocks/>
          </p:cNvCxnSpPr>
          <p:nvPr/>
        </p:nvCxnSpPr>
        <p:spPr>
          <a:xfrm>
            <a:off x="6180668" y="2824198"/>
            <a:ext cx="211666" cy="2243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AA0EDC89-9A11-8F50-16A3-7AEBF789F674}"/>
              </a:ext>
            </a:extLst>
          </p:cNvPr>
          <p:cNvCxnSpPr>
            <a:cxnSpLocks/>
          </p:cNvCxnSpPr>
          <p:nvPr/>
        </p:nvCxnSpPr>
        <p:spPr>
          <a:xfrm flipV="1">
            <a:off x="6180668" y="2834780"/>
            <a:ext cx="237066" cy="20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五角星 5">
            <a:extLst>
              <a:ext uri="{FF2B5EF4-FFF2-40B4-BE49-F238E27FC236}">
                <a16:creationId xmlns:a16="http://schemas.microsoft.com/office/drawing/2014/main" id="{38F845E0-ADB1-F065-9E8B-1006CD23391E}"/>
              </a:ext>
            </a:extLst>
          </p:cNvPr>
          <p:cNvSpPr/>
          <p:nvPr/>
        </p:nvSpPr>
        <p:spPr>
          <a:xfrm>
            <a:off x="2180167" y="2834781"/>
            <a:ext cx="313267" cy="321733"/>
          </a:xfrm>
          <a:prstGeom prst="star5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五角星 6">
            <a:extLst>
              <a:ext uri="{FF2B5EF4-FFF2-40B4-BE49-F238E27FC236}">
                <a16:creationId xmlns:a16="http://schemas.microsoft.com/office/drawing/2014/main" id="{7491952A-BC43-E220-8DBF-7CFE71D1E852}"/>
              </a:ext>
            </a:extLst>
          </p:cNvPr>
          <p:cNvSpPr/>
          <p:nvPr/>
        </p:nvSpPr>
        <p:spPr>
          <a:xfrm rot="1208312">
            <a:off x="9165168" y="2745052"/>
            <a:ext cx="304801" cy="304800"/>
          </a:xfrm>
          <a:prstGeom prst="star5">
            <a:avLst>
              <a:gd name="adj" fmla="val 16180"/>
              <a:gd name="hf" fmla="val 105146"/>
              <a:gd name="vf" fmla="val 11055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9704D62-26D7-3E67-6BF1-6A04373D3E03}"/>
              </a:ext>
            </a:extLst>
          </p:cNvPr>
          <p:cNvCxnSpPr>
            <a:cxnSpLocks/>
          </p:cNvCxnSpPr>
          <p:nvPr/>
        </p:nvCxnSpPr>
        <p:spPr>
          <a:xfrm flipV="1">
            <a:off x="6299200" y="516467"/>
            <a:ext cx="0" cy="2430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76B904C4-F0AA-CD33-1DC7-0072ACFCC11C}"/>
              </a:ext>
            </a:extLst>
          </p:cNvPr>
          <p:cNvCxnSpPr>
            <a:cxnSpLocks/>
          </p:cNvCxnSpPr>
          <p:nvPr/>
        </p:nvCxnSpPr>
        <p:spPr>
          <a:xfrm flipV="1">
            <a:off x="6286501" y="2897453"/>
            <a:ext cx="3886198" cy="42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1247B8F-2DB6-16EE-D9EA-C2966A3BAC02}"/>
              </a:ext>
            </a:extLst>
          </p:cNvPr>
          <p:cNvSpPr txBox="1"/>
          <p:nvPr/>
        </p:nvSpPr>
        <p:spPr>
          <a:xfrm>
            <a:off x="6010339" y="5164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30A0DBE-756C-62F8-D85E-5749753F8BE2}"/>
              </a:ext>
            </a:extLst>
          </p:cNvPr>
          <p:cNvSpPr txBox="1"/>
          <p:nvPr/>
        </p:nvSpPr>
        <p:spPr>
          <a:xfrm>
            <a:off x="9855200" y="251723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D49A2D-AF17-1CC3-0F0F-7FF51D7A6499}"/>
              </a:ext>
            </a:extLst>
          </p:cNvPr>
          <p:cNvSpPr txBox="1"/>
          <p:nvPr/>
        </p:nvSpPr>
        <p:spPr>
          <a:xfrm>
            <a:off x="1846553" y="305646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m1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62055C0-F19E-5552-5029-A8FC4F5DFBF2}"/>
              </a:ext>
            </a:extLst>
          </p:cNvPr>
          <p:cNvSpPr txBox="1"/>
          <p:nvPr/>
        </p:nvSpPr>
        <p:spPr>
          <a:xfrm>
            <a:off x="9304867" y="2904057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m2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8BB47B6-8B18-8B3F-09FD-B2ABB5124DFA}"/>
                  </a:ext>
                </a:extLst>
              </p:cNvPr>
              <p:cNvSpPr txBox="1"/>
              <p:nvPr/>
            </p:nvSpPr>
            <p:spPr>
              <a:xfrm>
                <a:off x="3634508" y="3088723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" altLang="zh-C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8BB47B6-8B18-8B3F-09FD-B2ABB5124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508" y="3088723"/>
                <a:ext cx="332142" cy="369332"/>
              </a:xfrm>
              <a:prstGeom prst="rect">
                <a:avLst/>
              </a:prstGeom>
              <a:blipFill>
                <a:blip r:embed="rId2"/>
                <a:stretch>
                  <a:fillRect t="-13333" r="-22222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29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Macintosh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Xinlu Yan</dc:creator>
  <cp:lastModifiedBy>Xinlu Yan</cp:lastModifiedBy>
  <cp:revision>1</cp:revision>
  <dcterms:created xsi:type="dcterms:W3CDTF">2026-02-02T21:30:47Z</dcterms:created>
  <dcterms:modified xsi:type="dcterms:W3CDTF">2026-02-02T21:34:30Z</dcterms:modified>
</cp:coreProperties>
</file>