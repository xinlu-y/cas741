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347"/>
    <p:restoredTop sz="94746"/>
  </p:normalViewPr>
  <p:slideViewPr>
    <p:cSldViewPr snapToGrid="0" snapToObjects="1">
      <p:cViewPr varScale="1">
        <p:scale>
          <a:sx n="151" d="100"/>
          <a:sy n="151" d="100"/>
        </p:scale>
        <p:origin x="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452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0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44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991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37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65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4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389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4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53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75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256A2-DE0C-7447-B687-786F38514E8C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6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/>
          <p:cNvGrpSpPr/>
          <p:nvPr/>
        </p:nvGrpSpPr>
        <p:grpSpPr>
          <a:xfrm>
            <a:off x="142644" y="1453047"/>
            <a:ext cx="8858711" cy="1615644"/>
            <a:chOff x="189913" y="3018462"/>
            <a:chExt cx="8858711" cy="1615644"/>
          </a:xfrm>
        </p:grpSpPr>
        <p:grpSp>
          <p:nvGrpSpPr>
            <p:cNvPr id="10" name="Group 9"/>
            <p:cNvGrpSpPr/>
            <p:nvPr/>
          </p:nvGrpSpPr>
          <p:grpSpPr>
            <a:xfrm>
              <a:off x="189913" y="3387736"/>
              <a:ext cx="8858711" cy="1246370"/>
              <a:chOff x="189913" y="1721177"/>
              <a:chExt cx="8858711" cy="1246370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189913" y="1721177"/>
                <a:ext cx="1246302" cy="1246370"/>
                <a:chOff x="1436215" y="1721177"/>
                <a:chExt cx="1246302" cy="1246370"/>
              </a:xfrm>
            </p:grpSpPr>
            <p:sp>
              <p:nvSpPr>
                <p:cNvPr id="4" name="Oval 3"/>
                <p:cNvSpPr/>
                <p:nvPr/>
              </p:nvSpPr>
              <p:spPr>
                <a:xfrm>
                  <a:off x="1436215" y="1721177"/>
                  <a:ext cx="1246302" cy="1246370"/>
                </a:xfrm>
                <a:prstGeom prst="ellipse">
                  <a:avLst/>
                </a:prstGeom>
                <a:noFill/>
                <a:ln w="38100" cmpd="sng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TextBox 4"/>
                <p:cNvSpPr txBox="1"/>
                <p:nvPr/>
              </p:nvSpPr>
              <p:spPr>
                <a:xfrm>
                  <a:off x="1673605" y="2052185"/>
                  <a:ext cx="76294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latin typeface="Times New Roman"/>
                      <a:cs typeface="Times New Roman"/>
                    </a:rPr>
                    <a:t>User</a:t>
                  </a:r>
                </a:p>
              </p:txBody>
            </p:sp>
          </p:grpSp>
          <p:grpSp>
            <p:nvGrpSpPr>
              <p:cNvPr id="7" name="Group 6"/>
              <p:cNvGrpSpPr/>
              <p:nvPr/>
            </p:nvGrpSpPr>
            <p:grpSpPr>
              <a:xfrm>
                <a:off x="7802322" y="1721177"/>
                <a:ext cx="1246302" cy="1246370"/>
                <a:chOff x="1436215" y="1721177"/>
                <a:chExt cx="1246302" cy="1246370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1436215" y="1721177"/>
                  <a:ext cx="1246302" cy="1246370"/>
                </a:xfrm>
                <a:prstGeom prst="ellipse">
                  <a:avLst/>
                </a:prstGeom>
                <a:noFill/>
                <a:ln w="38100" cmpd="sng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" name="TextBox 8"/>
                <p:cNvSpPr txBox="1"/>
                <p:nvPr/>
              </p:nvSpPr>
              <p:spPr>
                <a:xfrm>
                  <a:off x="1673605" y="2052185"/>
                  <a:ext cx="76294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latin typeface="Times New Roman"/>
                      <a:cs typeface="Times New Roman"/>
                    </a:rPr>
                    <a:t>User</a:t>
                  </a:r>
                </a:p>
              </p:txBody>
            </p:sp>
          </p:grpSp>
        </p:grpSp>
        <p:grpSp>
          <p:nvGrpSpPr>
            <p:cNvPr id="20" name="Group 19"/>
            <p:cNvGrpSpPr/>
            <p:nvPr/>
          </p:nvGrpSpPr>
          <p:grpSpPr>
            <a:xfrm>
              <a:off x="3885481" y="3381165"/>
              <a:ext cx="1483694" cy="1246370"/>
              <a:chOff x="3703297" y="1721177"/>
              <a:chExt cx="1483694" cy="1246370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3703297" y="1721177"/>
                <a:ext cx="1483694" cy="1246370"/>
              </a:xfrm>
              <a:prstGeom prst="rect">
                <a:avLst/>
              </a:prstGeom>
              <a:noFill/>
              <a:ln w="381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`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4078697" y="2113529"/>
                <a:ext cx="7328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Times New Roman"/>
                    <a:cs typeface="Times New Roman"/>
                  </a:rPr>
                  <a:t>BSS</a:t>
                </a:r>
              </a:p>
            </p:txBody>
          </p:sp>
        </p:grpSp>
        <p:cxnSp>
          <p:nvCxnSpPr>
            <p:cNvPr id="25" name="Straight Arrow Connector 24"/>
            <p:cNvCxnSpPr>
              <a:stCxn id="4" idx="6"/>
              <a:endCxn id="18" idx="1"/>
            </p:cNvCxnSpPr>
            <p:nvPr/>
          </p:nvCxnSpPr>
          <p:spPr>
            <a:xfrm flipV="1">
              <a:off x="1436215" y="4004350"/>
              <a:ext cx="2449266" cy="6571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5369175" y="4010921"/>
              <a:ext cx="2449266" cy="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657486" y="3018462"/>
              <a:ext cx="198002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Inputs:</a:t>
              </a:r>
            </a:p>
            <a:p>
              <a:pPr algn="ctr"/>
              <a:r>
                <a:rPr lang="en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initial conditions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simulation settings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590446" y="3156961"/>
              <a:ext cx="16550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Outputs: </a:t>
              </a:r>
            </a:p>
            <a:p>
              <a:pPr algn="ctr"/>
              <a:r>
                <a:rPr lang="en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star trajectories.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" name="Straight Arrow Connector 24">
            <a:extLst>
              <a:ext uri="{FF2B5EF4-FFF2-40B4-BE49-F238E27FC236}">
                <a16:creationId xmlns:a16="http://schemas.microsoft.com/office/drawing/2014/main" id="{8A633448-26D2-7D31-FDBE-14D007DF231A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4580059" y="3062120"/>
            <a:ext cx="0" cy="1275964"/>
          </a:xfrm>
          <a:prstGeom prst="straightConnector1">
            <a:avLst/>
          </a:prstGeom>
          <a:ln w="38100" cmpd="sng">
            <a:solidFill>
              <a:schemeClr val="tx1"/>
            </a:solidFill>
            <a:headEnd type="triangl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7">
            <a:extLst>
              <a:ext uri="{FF2B5EF4-FFF2-40B4-BE49-F238E27FC236}">
                <a16:creationId xmlns:a16="http://schemas.microsoft.com/office/drawing/2014/main" id="{6646DF29-EDCE-F027-3885-A7038F28902D}"/>
              </a:ext>
            </a:extLst>
          </p:cNvPr>
          <p:cNvSpPr/>
          <p:nvPr/>
        </p:nvSpPr>
        <p:spPr>
          <a:xfrm>
            <a:off x="3956907" y="4338084"/>
            <a:ext cx="1246302" cy="1246370"/>
          </a:xfrm>
          <a:prstGeom prst="ellipse">
            <a:avLst/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8707650-5484-DB28-079C-1CB72CA3E0FE}"/>
              </a:ext>
            </a:extLst>
          </p:cNvPr>
          <p:cNvSpPr txBox="1"/>
          <p:nvPr/>
        </p:nvSpPr>
        <p:spPr>
          <a:xfrm>
            <a:off x="4193032" y="4638103"/>
            <a:ext cx="7873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IVP</a:t>
            </a:r>
          </a:p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Solver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33">
            <a:extLst>
              <a:ext uri="{FF2B5EF4-FFF2-40B4-BE49-F238E27FC236}">
                <a16:creationId xmlns:a16="http://schemas.microsoft.com/office/drawing/2014/main" id="{038150B1-E854-5B06-53A7-F68E88BAF740}"/>
              </a:ext>
            </a:extLst>
          </p:cNvPr>
          <p:cNvSpPr txBox="1"/>
          <p:nvPr/>
        </p:nvSpPr>
        <p:spPr>
          <a:xfrm>
            <a:off x="2848404" y="3212166"/>
            <a:ext cx="14836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Solver provides IVP solutions on demand.</a:t>
            </a:r>
          </a:p>
        </p:txBody>
      </p:sp>
    </p:spTree>
    <p:extLst>
      <p:ext uri="{BB962C8B-B14F-4D97-AF65-F5344CB8AC3E}">
        <p14:creationId xmlns:p14="http://schemas.microsoft.com/office/powerpoint/2010/main" val="2981099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5B285B26-F6D1-1C8F-EE41-A0A9887E7374}"/>
              </a:ext>
            </a:extLst>
          </p:cNvPr>
          <p:cNvCxnSpPr>
            <a:cxnSpLocks/>
          </p:cNvCxnSpPr>
          <p:nvPr/>
        </p:nvCxnSpPr>
        <p:spPr>
          <a:xfrm flipV="1">
            <a:off x="808583" y="3026981"/>
            <a:ext cx="1621350" cy="1099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1B4532C6-A543-2853-C6CE-445645C9D33C}"/>
              </a:ext>
            </a:extLst>
          </p:cNvPr>
          <p:cNvSpPr/>
          <p:nvPr/>
        </p:nvSpPr>
        <p:spPr>
          <a:xfrm>
            <a:off x="812800" y="1417638"/>
            <a:ext cx="4741332" cy="3467630"/>
          </a:xfrm>
          <a:prstGeom prst="ellipse">
            <a:avLst/>
          </a:prstGeom>
          <a:noFill/>
          <a:ln w="38100" cmpd="sng">
            <a:solidFill>
              <a:schemeClr val="accent1">
                <a:lumMod val="75000"/>
              </a:schemeClr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Oval 3">
            <a:extLst>
              <a:ext uri="{FF2B5EF4-FFF2-40B4-BE49-F238E27FC236}">
                <a16:creationId xmlns:a16="http://schemas.microsoft.com/office/drawing/2014/main" id="{55A2A0E0-C777-C195-8C3E-DA49C6E3C180}"/>
              </a:ext>
            </a:extLst>
          </p:cNvPr>
          <p:cNvSpPr/>
          <p:nvPr/>
        </p:nvSpPr>
        <p:spPr>
          <a:xfrm>
            <a:off x="4064000" y="1417638"/>
            <a:ext cx="3716867" cy="2959629"/>
          </a:xfrm>
          <a:prstGeom prst="ellipse">
            <a:avLst/>
          </a:prstGeom>
          <a:noFill/>
          <a:ln w="38100" cmpd="sng">
            <a:solidFill>
              <a:schemeClr val="accent2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6CA6C5F1-8A9D-C9B5-7AB6-8133AADB0E99}"/>
              </a:ext>
            </a:extLst>
          </p:cNvPr>
          <p:cNvCxnSpPr>
            <a:cxnSpLocks/>
          </p:cNvCxnSpPr>
          <p:nvPr/>
        </p:nvCxnSpPr>
        <p:spPr>
          <a:xfrm>
            <a:off x="4656668" y="2824197"/>
            <a:ext cx="211666" cy="22436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AA0EDC89-9A11-8F50-16A3-7AEBF789F674}"/>
              </a:ext>
            </a:extLst>
          </p:cNvPr>
          <p:cNvCxnSpPr>
            <a:cxnSpLocks/>
          </p:cNvCxnSpPr>
          <p:nvPr/>
        </p:nvCxnSpPr>
        <p:spPr>
          <a:xfrm flipV="1">
            <a:off x="4656668" y="2834780"/>
            <a:ext cx="237066" cy="203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五角星 5">
            <a:extLst>
              <a:ext uri="{FF2B5EF4-FFF2-40B4-BE49-F238E27FC236}">
                <a16:creationId xmlns:a16="http://schemas.microsoft.com/office/drawing/2014/main" id="{38F845E0-ADB1-F065-9E8B-1006CD23391E}"/>
              </a:ext>
            </a:extLst>
          </p:cNvPr>
          <p:cNvSpPr/>
          <p:nvPr/>
        </p:nvSpPr>
        <p:spPr>
          <a:xfrm>
            <a:off x="656166" y="2834780"/>
            <a:ext cx="313267" cy="321733"/>
          </a:xfrm>
          <a:prstGeom prst="star5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五角星 6">
            <a:extLst>
              <a:ext uri="{FF2B5EF4-FFF2-40B4-BE49-F238E27FC236}">
                <a16:creationId xmlns:a16="http://schemas.microsoft.com/office/drawing/2014/main" id="{7491952A-BC43-E220-8DBF-7CFE71D1E852}"/>
              </a:ext>
            </a:extLst>
          </p:cNvPr>
          <p:cNvSpPr/>
          <p:nvPr/>
        </p:nvSpPr>
        <p:spPr>
          <a:xfrm rot="1208312">
            <a:off x="7641167" y="2745052"/>
            <a:ext cx="304801" cy="304800"/>
          </a:xfrm>
          <a:prstGeom prst="star5">
            <a:avLst>
              <a:gd name="adj" fmla="val 16180"/>
              <a:gd name="hf" fmla="val 105146"/>
              <a:gd name="vf" fmla="val 11055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09704D62-26D7-3E67-6BF1-6A04373D3E03}"/>
              </a:ext>
            </a:extLst>
          </p:cNvPr>
          <p:cNvCxnSpPr>
            <a:cxnSpLocks/>
          </p:cNvCxnSpPr>
          <p:nvPr/>
        </p:nvCxnSpPr>
        <p:spPr>
          <a:xfrm flipV="1">
            <a:off x="4775200" y="516467"/>
            <a:ext cx="0" cy="24300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76B904C4-F0AA-CD33-1DC7-0072ACFCC11C}"/>
              </a:ext>
            </a:extLst>
          </p:cNvPr>
          <p:cNvCxnSpPr>
            <a:cxnSpLocks/>
          </p:cNvCxnSpPr>
          <p:nvPr/>
        </p:nvCxnSpPr>
        <p:spPr>
          <a:xfrm flipV="1">
            <a:off x="4762501" y="2897452"/>
            <a:ext cx="3886198" cy="42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01247B8F-2DB6-16EE-D9EA-C2966A3BAC02}"/>
              </a:ext>
            </a:extLst>
          </p:cNvPr>
          <p:cNvSpPr txBox="1"/>
          <p:nvPr/>
        </p:nvSpPr>
        <p:spPr>
          <a:xfrm>
            <a:off x="4486339" y="51646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y</a:t>
            </a:r>
            <a:endParaRPr kumimoji="1"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30A0DBE-756C-62F8-D85E-5749753F8BE2}"/>
              </a:ext>
            </a:extLst>
          </p:cNvPr>
          <p:cNvSpPr txBox="1"/>
          <p:nvPr/>
        </p:nvSpPr>
        <p:spPr>
          <a:xfrm>
            <a:off x="8331200" y="2517233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x</a:t>
            </a:r>
            <a:endParaRPr kumimoji="1"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CD49A2D-AF17-1CC3-0F0F-7FF51D7A6499}"/>
              </a:ext>
            </a:extLst>
          </p:cNvPr>
          <p:cNvSpPr txBox="1"/>
          <p:nvPr/>
        </p:nvSpPr>
        <p:spPr>
          <a:xfrm>
            <a:off x="322553" y="3056462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m1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62055C0-F19E-5552-5029-A8FC4F5DFBF2}"/>
              </a:ext>
            </a:extLst>
          </p:cNvPr>
          <p:cNvSpPr txBox="1"/>
          <p:nvPr/>
        </p:nvSpPr>
        <p:spPr>
          <a:xfrm>
            <a:off x="7780867" y="2904057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m2</a:t>
            </a:r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38BB47B6-8B18-8B3F-09FD-B2ABB5124DFA}"/>
                  </a:ext>
                </a:extLst>
              </p:cNvPr>
              <p:cNvSpPr txBox="1"/>
              <p:nvPr/>
            </p:nvSpPr>
            <p:spPr>
              <a:xfrm>
                <a:off x="2110508" y="3088723"/>
                <a:ext cx="332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" altLang="zh-CN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  <mc:Fallback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38BB47B6-8B18-8B3F-09FD-B2ABB5124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0508" y="3088723"/>
                <a:ext cx="332142" cy="369332"/>
              </a:xfrm>
              <a:prstGeom prst="rect">
                <a:avLst/>
              </a:prstGeom>
              <a:blipFill>
                <a:blip r:embed="rId2"/>
                <a:stretch>
                  <a:fillRect t="-13333" r="-22222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7295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7869A-3240-985F-D7DA-EEA8B1A8D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C0C092BF-FF03-F78A-B28F-DD76CC39E7E6}"/>
              </a:ext>
            </a:extLst>
          </p:cNvPr>
          <p:cNvCxnSpPr>
            <a:cxnSpLocks/>
          </p:cNvCxnSpPr>
          <p:nvPr/>
        </p:nvCxnSpPr>
        <p:spPr>
          <a:xfrm flipV="1">
            <a:off x="2304650" y="2946549"/>
            <a:ext cx="1621350" cy="1099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90864104-BBD2-9335-DC4A-EC1D23C39181}"/>
              </a:ext>
            </a:extLst>
          </p:cNvPr>
          <p:cNvCxnSpPr>
            <a:cxnSpLocks/>
          </p:cNvCxnSpPr>
          <p:nvPr/>
        </p:nvCxnSpPr>
        <p:spPr>
          <a:xfrm>
            <a:off x="4656668" y="2824197"/>
            <a:ext cx="211666" cy="22436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F28225CD-AF0A-189F-54D9-D2D3AEADE45A}"/>
              </a:ext>
            </a:extLst>
          </p:cNvPr>
          <p:cNvCxnSpPr>
            <a:cxnSpLocks/>
          </p:cNvCxnSpPr>
          <p:nvPr/>
        </p:nvCxnSpPr>
        <p:spPr>
          <a:xfrm flipV="1">
            <a:off x="4656668" y="2834780"/>
            <a:ext cx="237066" cy="203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五角星 5">
            <a:extLst>
              <a:ext uri="{FF2B5EF4-FFF2-40B4-BE49-F238E27FC236}">
                <a16:creationId xmlns:a16="http://schemas.microsoft.com/office/drawing/2014/main" id="{9B404248-8A95-44E0-96F6-343CED263A39}"/>
              </a:ext>
            </a:extLst>
          </p:cNvPr>
          <p:cNvSpPr/>
          <p:nvPr/>
        </p:nvSpPr>
        <p:spPr>
          <a:xfrm>
            <a:off x="2152233" y="2754348"/>
            <a:ext cx="313267" cy="321733"/>
          </a:xfrm>
          <a:prstGeom prst="star5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五角星 6">
            <a:extLst>
              <a:ext uri="{FF2B5EF4-FFF2-40B4-BE49-F238E27FC236}">
                <a16:creationId xmlns:a16="http://schemas.microsoft.com/office/drawing/2014/main" id="{E326671F-A5A3-72C8-0FF1-D38B58F987F4}"/>
              </a:ext>
            </a:extLst>
          </p:cNvPr>
          <p:cNvSpPr/>
          <p:nvPr/>
        </p:nvSpPr>
        <p:spPr>
          <a:xfrm rot="1208312">
            <a:off x="7641167" y="2745052"/>
            <a:ext cx="304801" cy="304800"/>
          </a:xfrm>
          <a:prstGeom prst="star5">
            <a:avLst>
              <a:gd name="adj" fmla="val 16180"/>
              <a:gd name="hf" fmla="val 105146"/>
              <a:gd name="vf" fmla="val 11055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791C4AC4-9A6A-4D5A-795D-2BBF80BE82C1}"/>
              </a:ext>
            </a:extLst>
          </p:cNvPr>
          <p:cNvCxnSpPr>
            <a:cxnSpLocks/>
          </p:cNvCxnSpPr>
          <p:nvPr/>
        </p:nvCxnSpPr>
        <p:spPr>
          <a:xfrm flipV="1">
            <a:off x="4775200" y="516467"/>
            <a:ext cx="0" cy="24300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2030C004-9F3D-62DC-4D65-920ADE4C05D3}"/>
              </a:ext>
            </a:extLst>
          </p:cNvPr>
          <p:cNvCxnSpPr>
            <a:cxnSpLocks/>
          </p:cNvCxnSpPr>
          <p:nvPr/>
        </p:nvCxnSpPr>
        <p:spPr>
          <a:xfrm flipV="1">
            <a:off x="4762501" y="2897452"/>
            <a:ext cx="3886198" cy="42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48E29BC6-1C14-EAE3-22E8-8AD56B6A7A92}"/>
              </a:ext>
            </a:extLst>
          </p:cNvPr>
          <p:cNvSpPr txBox="1"/>
          <p:nvPr/>
        </p:nvSpPr>
        <p:spPr>
          <a:xfrm>
            <a:off x="4486339" y="51646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y</a:t>
            </a:r>
            <a:endParaRPr kumimoji="1"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9362740-2EAF-3F68-3369-C2295C475A6E}"/>
              </a:ext>
            </a:extLst>
          </p:cNvPr>
          <p:cNvSpPr txBox="1"/>
          <p:nvPr/>
        </p:nvSpPr>
        <p:spPr>
          <a:xfrm>
            <a:off x="8331200" y="2517233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x</a:t>
            </a:r>
            <a:endParaRPr kumimoji="1"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389BBFF-E29B-42E8-829C-416F7EA9EAB6}"/>
              </a:ext>
            </a:extLst>
          </p:cNvPr>
          <p:cNvSpPr txBox="1"/>
          <p:nvPr/>
        </p:nvSpPr>
        <p:spPr>
          <a:xfrm>
            <a:off x="1818620" y="2976030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m1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7191CC6-DEC9-2F1E-CDF7-A1828EAEA505}"/>
              </a:ext>
            </a:extLst>
          </p:cNvPr>
          <p:cNvSpPr txBox="1"/>
          <p:nvPr/>
        </p:nvSpPr>
        <p:spPr>
          <a:xfrm>
            <a:off x="7780867" y="2904057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m2</a:t>
            </a:r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60532251-A423-918C-53CE-4E8B5D778EAB}"/>
                  </a:ext>
                </a:extLst>
              </p:cNvPr>
              <p:cNvSpPr txBox="1"/>
              <p:nvPr/>
            </p:nvSpPr>
            <p:spPr>
              <a:xfrm>
                <a:off x="3606575" y="3008291"/>
                <a:ext cx="332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" altLang="zh-CN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60532251-A423-918C-53CE-4E8B5D778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575" y="3008291"/>
                <a:ext cx="332142" cy="369332"/>
              </a:xfrm>
              <a:prstGeom prst="rect">
                <a:avLst/>
              </a:prstGeom>
              <a:blipFill>
                <a:blip r:embed="rId2"/>
                <a:stretch>
                  <a:fillRect t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9982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6776</TotalTime>
  <Words>36</Words>
  <Application>Microsoft Macintosh PowerPoint</Application>
  <PresentationFormat>全屏显示(4:3)</PresentationFormat>
  <Paragraphs>22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Arial</vt:lpstr>
      <vt:lpstr>Calibri</vt:lpstr>
      <vt:lpstr>Cambria Math</vt:lpstr>
      <vt:lpstr>Times New Roman</vt:lpstr>
      <vt:lpstr>Office Theme</vt:lpstr>
      <vt:lpstr>PowerPoint 演示文稿</vt:lpstr>
      <vt:lpstr>PowerPoint 演示文稿</vt:lpstr>
      <vt:lpstr>PowerPoint 演示文稿</vt:lpstr>
    </vt:vector>
  </TitlesOfParts>
  <Company>McMaster University, Faculty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Spencer Smith</dc:creator>
  <cp:lastModifiedBy>Xinlu Yan</cp:lastModifiedBy>
  <cp:revision>10</cp:revision>
  <dcterms:created xsi:type="dcterms:W3CDTF">2016-09-17T12:04:26Z</dcterms:created>
  <dcterms:modified xsi:type="dcterms:W3CDTF">2026-02-02T21:30:01Z</dcterms:modified>
</cp:coreProperties>
</file>